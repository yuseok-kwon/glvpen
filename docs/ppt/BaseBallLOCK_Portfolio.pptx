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82296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83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BaseBall LOCK 3.0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KBO 데이터 분석 &amp; 시뮬레이션 플랫폼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657600" y="3246120"/>
            <a:ext cx="1828800" cy="274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83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좋아하는 것을 따라갔더니, 하고 싶은 것을 찾았다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권유석  |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C81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2007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여름, 야구장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926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이야기의 시작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931920" y="5486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엄마 손잡고 간 야구장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3931920" y="137160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9살, 무더운 여름.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엄마 손을 잡고 처음 야구장에 갔다.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솔직히 야구 규칙도 몰랐다.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그냥 치킨이 맛있었고,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사람들이 함께 소리 지르는 게 신났고,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공이 날아가는 게 멋있었다.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그게 전부였다.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931920" y="3749040"/>
            <a:ext cx="4754880" cy="822960"/>
          </a:xfrm>
          <a:prstGeom prst="rect">
            <a:avLst/>
          </a:prstGeom>
          <a:solidFill>
            <a:srgbClr val="FFF8F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931920" y="3749040"/>
            <a:ext cx="54864" cy="8229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Text 8"/>
          <p:cNvSpPr/>
          <p:nvPr/>
        </p:nvSpPr>
        <p:spPr>
          <a:xfrm>
            <a:off x="4251960" y="374904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그런데 그 '전부'가 시작이었다.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루틴이 된 야구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어느 순간부터 야구는 '가끔 보는 것'이 아니라 '매일 확인하는 것'이 되었다.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08760" y="1965960"/>
            <a:ext cx="640080" cy="640080"/>
          </a:xfrm>
          <a:prstGeom prst="ellipse">
            <a:avLst/>
          </a:prstGeom>
          <a:solidFill>
            <a:srgbClr val="FFF8F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21031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아침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152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어젯밤 경기 결과 확인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83280" y="173736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43400" y="1965960"/>
            <a:ext cx="640080" cy="640080"/>
          </a:xfrm>
          <a:prstGeom prst="ellipse">
            <a:avLst/>
          </a:prstGeom>
          <a:solidFill>
            <a:srgbClr val="FFF8F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1031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낮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56616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선수 스탯 뒤적이기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217920" y="173736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178040" y="1965960"/>
            <a:ext cx="640080" cy="640080"/>
          </a:xfrm>
          <a:prstGeom prst="ellipse">
            <a:avLst/>
          </a:prstGeom>
          <a:solidFill>
            <a:srgbClr val="FFF8F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1031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080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밤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640080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내일 선발 투수 확인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48640" y="3931920"/>
            <a:ext cx="8046720" cy="777240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21" name="Text 16"/>
          <p:cNvSpPr/>
          <p:nvPr/>
        </p:nvSpPr>
        <p:spPr>
          <a:xfrm>
            <a:off x="822960" y="393192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특별한 계기가 있었던 건 아니다. 그저 좋아하는 것을 계속 좋아하다 보니 여기까지 온 것.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BaseBall LOCK의 탄생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1280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2011680" y="16459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하고 싶어서.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011680" y="2560320"/>
            <a:ext cx="594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프로젝트에는 거창한 문제 정의가 없다.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비즈니스 요구사항도, 시장 조사도 없다.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개발자가 되겠다는 목표로 시작한 프로젝트.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좋아하는 걸로 만들어야 안 질리니까.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E83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소재가 야구였을 뿐.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변곡점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코드를 짜고 있었는데, 데이터를 보고 있었다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886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288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459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크롤링 파싱 구조를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어떻게 개선할까?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09160" y="1508760"/>
            <a:ext cx="3886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288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77840" y="16459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다시즌 데이터를 어떤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스키마로 적재할까?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2834640"/>
            <a:ext cx="3886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15468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29718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쿼리를 어떻게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효율적으로 짤까?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709160" y="2834640"/>
            <a:ext cx="3886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5468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577840" y="29718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BABIP이 비정상인 타자는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시즌에 어떻게 될까?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548640" y="4251960"/>
            <a:ext cx="804672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8" name="Text 12"/>
          <p:cNvSpPr/>
          <p:nvPr/>
        </p:nvSpPr>
        <p:spPr>
          <a:xfrm>
            <a:off x="822960" y="42519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프론트엔드와 백엔드 로직은 수단이었고, 내가 진짜 흥미를 느끼고 있던 건 데이터 그 자체였다.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야구는 데이터의 스포츠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좋아하는 것(야구)과 흥미를 느끼는 것(데이터)이 정확히 겹치는 지점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560320" cy="2011680"/>
          </a:xfrm>
          <a:prstGeom prst="rect">
            <a:avLst/>
          </a:prstGeom>
          <a:solidFill>
            <a:srgbClr val="1E325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45920"/>
            <a:ext cx="2560320" cy="457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1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WAR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선수 종합 가치를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정량화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1645920"/>
            <a:ext cx="2560320" cy="2011680"/>
          </a:xfrm>
          <a:prstGeom prst="rect">
            <a:avLst/>
          </a:prstGeom>
          <a:solidFill>
            <a:srgbClr val="1E3254"/>
          </a:solidFill>
          <a:ln/>
        </p:spPr>
      </p:sp>
      <p:sp>
        <p:nvSpPr>
          <p:cNvPr id="10" name="Shape 8"/>
          <p:cNvSpPr/>
          <p:nvPr/>
        </p:nvSpPr>
        <p:spPr>
          <a:xfrm>
            <a:off x="3383280" y="1645920"/>
            <a:ext cx="2560320" cy="457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920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1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FIP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566160" y="2606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수비와 분리된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투수 실력 평가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645920"/>
            <a:ext cx="2560320" cy="2011680"/>
          </a:xfrm>
          <a:prstGeom prst="rect">
            <a:avLst/>
          </a:prstGeom>
          <a:solidFill>
            <a:srgbClr val="1E3254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0" y="1645920"/>
            <a:ext cx="2560320" cy="457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920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1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wRC+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400800" y="2606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리그 평균 대비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타자 생산성 비교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86000" y="4023360"/>
            <a:ext cx="4572000" cy="685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0" y="40233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아다리가 맞은 것이다.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프로젝트의 진화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진화 과정 자체가 곧 진로 전환의 궤적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2148840"/>
            <a:ext cx="7315200" cy="36576"/>
          </a:xfrm>
          <a:prstGeom prst="rect">
            <a:avLst/>
          </a:prstGeom>
          <a:solidFill>
            <a:srgbClr val="E8EBF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" y="1965960"/>
            <a:ext cx="365760" cy="36576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965960"/>
            <a:ext cx="365760" cy="3657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554480" y="1874520"/>
            <a:ext cx="548640" cy="548640"/>
          </a:xfrm>
          <a:prstGeom prst="ellipse">
            <a:avLst/>
          </a:prstGeom>
          <a:solidFill>
            <a:srgbClr val="8892A4"/>
          </a:solidFill>
          <a:ln/>
        </p:spPr>
      </p:sp>
      <p:sp>
        <p:nvSpPr>
          <p:cNvPr id="9" name="Text 5"/>
          <p:cNvSpPr/>
          <p:nvPr/>
        </p:nvSpPr>
        <p:spPr>
          <a:xfrm>
            <a:off x="155448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v1.0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2651760"/>
            <a:ext cx="25603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48640" y="2651760"/>
            <a:ext cx="2560320" cy="45720"/>
          </a:xfrm>
          <a:prstGeom prst="rect">
            <a:avLst/>
          </a:prstGeom>
          <a:solidFill>
            <a:srgbClr val="8892A4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2834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892A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개발 연습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1520" y="32918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경기 일정 크롤링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간단한 시뮬레이션 게임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학습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480560" y="1874520"/>
            <a:ext cx="548640" cy="54864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5" name="Text 11"/>
          <p:cNvSpPr/>
          <p:nvPr/>
        </p:nvSpPr>
        <p:spPr>
          <a:xfrm>
            <a:off x="448056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v2.0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474720" y="2651760"/>
            <a:ext cx="25603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474720" y="2651760"/>
            <a:ext cx="2560320" cy="45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8" name="Text 14"/>
          <p:cNvSpPr/>
          <p:nvPr/>
        </p:nvSpPr>
        <p:spPr>
          <a:xfrm>
            <a:off x="3657600" y="2834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게임 확장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3657600" y="32918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카드/라인업/봇 대전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크롤러 고도화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엔티티 25개로 성장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7406640" y="1874520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1" name="Text 17"/>
          <p:cNvSpPr/>
          <p:nvPr/>
        </p:nvSpPr>
        <p:spPr>
          <a:xfrm>
            <a:off x="740664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v3.0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400800" y="2651760"/>
            <a:ext cx="25603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400800" y="2651760"/>
            <a:ext cx="2560320" cy="457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4" name="Text 20"/>
          <p:cNvSpPr/>
          <p:nvPr/>
        </p:nvSpPr>
        <p:spPr>
          <a:xfrm>
            <a:off x="6583680" y="2834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데이터 분석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6583680" y="32918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대시보드 추가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세이버메트릭스 파이프라인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자동 분석 컬럼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기술 스택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25880"/>
            <a:ext cx="502920" cy="502920"/>
          </a:xfrm>
          <a:prstGeom prst="ellipse">
            <a:avLst/>
          </a:prstGeom>
          <a:solidFill>
            <a:srgbClr val="1A274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4401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3258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1965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3.3.10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+ MyBatis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3280" y="114300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66160" y="1325880"/>
            <a:ext cx="502920" cy="502920"/>
          </a:xfrm>
          <a:prstGeom prst="ellipse">
            <a:avLst/>
          </a:prstGeom>
          <a:solidFill>
            <a:srgbClr val="2D5A2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14401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06240" y="13258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5A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66160" y="1965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Thymeleaf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4.4.1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114300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0" y="132588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144018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40880" y="13258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00800" y="1965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다시즌 스키마 설계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마이그레이션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10896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291840"/>
            <a:ext cx="502920" cy="502920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" y="340614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291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Crawling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31520" y="3931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4.20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Jsoup 1.15.3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ChromeDriver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383280" y="310896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566160" y="3291840"/>
            <a:ext cx="502920" cy="502920"/>
          </a:xfrm>
          <a:prstGeom prst="ellipse">
            <a:avLst/>
          </a:prstGeom>
          <a:solidFill>
            <a:srgbClr val="E8364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0460" y="340614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206240" y="3291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36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3566160" y="3931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분석 기사 생성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주간 컬럼 스케줄링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217920" y="310896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00800" y="329184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0" y="340614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40880" y="3291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6400800" y="3931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Feature-based 모듈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인증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기능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3931920" cy="1645920"/>
          </a:xfrm>
          <a:prstGeom prst="rect">
            <a:avLst/>
          </a:prstGeom>
          <a:solidFill>
            <a:srgbClr val="1E3254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45920"/>
            <a:ext cx="594360" cy="59436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602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3258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데이터 분석 대시보드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00200" y="17373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기반 인터랙티브 차트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분포, 타투 밸런스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구단 전력 레이더, 성장 추이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143000"/>
            <a:ext cx="3931920" cy="1645920"/>
          </a:xfrm>
          <a:prstGeom prst="rect">
            <a:avLst/>
          </a:prstGeom>
          <a:solidFill>
            <a:srgbClr val="1E3254"/>
          </a:solidFill>
          <a:ln/>
        </p:spPr>
      </p:sp>
      <p:sp>
        <p:nvSpPr>
          <p:cNvPr id="10" name="Shape 7"/>
          <p:cNvSpPr/>
          <p:nvPr/>
        </p:nvSpPr>
        <p:spPr>
          <a:xfrm>
            <a:off x="4983480" y="1645920"/>
            <a:ext cx="594360" cy="59436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780" y="17602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06440" y="13258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분석 컬럼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806440" y="17373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기반 분석 기사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자동 생성 (Gemini)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인라인 차트 삽입 지원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017520"/>
            <a:ext cx="3931920" cy="1645920"/>
          </a:xfrm>
          <a:prstGeom prst="rect">
            <a:avLst/>
          </a:prstGeom>
          <a:solidFill>
            <a:srgbClr val="1E3254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3520440"/>
            <a:ext cx="594360" cy="59436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36347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2004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시뮬레이션 게임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00200" y="361188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선수 스탯 기반 카드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라인업 구성 + 봇 대전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/ NORMAL / HARD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3017520"/>
            <a:ext cx="3931920" cy="1645920"/>
          </a:xfrm>
          <a:prstGeom prst="rect">
            <a:avLst/>
          </a:prstGeom>
          <a:solidFill>
            <a:srgbClr val="1E3254"/>
          </a:solidFill>
          <a:ln/>
        </p:spPr>
      </p:sp>
      <p:sp>
        <p:nvSpPr>
          <p:cNvPr id="20" name="Shape 15"/>
          <p:cNvSpPr/>
          <p:nvPr/>
        </p:nvSpPr>
        <p:spPr>
          <a:xfrm>
            <a:off x="4983480" y="3520440"/>
            <a:ext cx="594360" cy="59436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780" y="363474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06440" y="32004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세이버메트릭스 파이프라인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806440" y="361188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BABIP, ISO, FIP, xFIP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2020~2025 다시즌 배치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크롤링 + 계산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73152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좋아하는 것을 따라갔더니,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하고 싶은 것을 찾았다.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3657600" y="3017520"/>
            <a:ext cx="1828800" cy="274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Text 4"/>
          <p:cNvSpPr/>
          <p:nvPr/>
        </p:nvSpPr>
        <p:spPr>
          <a:xfrm>
            <a:off x="1371600" y="324612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9살 때 엄마 손잡고 야구장에 갔던 아이가,</a:t>
            </a:r>
            <a:endParaRPr lang="en-US" sz="14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야구를 매일의 루틴으로 삼게 되고,</a:t>
            </a:r>
            <a:endParaRPr lang="en-US" sz="14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좋아하는 것을 코드로 만들다가,</a:t>
            </a:r>
            <a:endParaRPr lang="en-US" sz="14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데이터의 세계에 빠진 이야기.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권유석  |  kyus0919@gmail.com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BaseBall LOCK 3.0 - 프로젝트 스토리</dc:title>
  <dc:subject>PptxGenJS Presentation</dc:subject>
  <dc:creator>권유석</dc:creator>
  <cp:lastModifiedBy>권유석</cp:lastModifiedBy>
  <cp:revision>1</cp:revision>
  <dcterms:created xsi:type="dcterms:W3CDTF">2026-02-27T15:28:32Z</dcterms:created>
  <dcterms:modified xsi:type="dcterms:W3CDTF">2026-02-27T15:28:32Z</dcterms:modified>
</cp:coreProperties>
</file>